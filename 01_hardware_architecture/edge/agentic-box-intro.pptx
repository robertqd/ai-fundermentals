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34A"/>
                </a:solidFill>
                <a:latin typeface="WenQuanYi Micro Hei"/>
                <a:ea typeface="WenQuanYi Micro Hei"/>
                <a:cs typeface="WenQuanYi Micro Hei"/>
              </a:rPr>
              <a:t>硬件架构  ·  边端智能体网关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Agentic Box 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2EC"/>
                </a:solidFill>
                <a:latin typeface="WenQuanYi Micro Hei"/>
                <a:ea typeface="WenQuanYi Micro Hei"/>
                <a:cs typeface="WenQuanYi Micro Hei"/>
              </a:rPr>
              <a:t>开箱即用的边缘智能体网关：把芯片、本地模型和沙箱焊成一只盒子，
让 Agent 在现场把任务跑完，而不是把数据和 Token 全部送上云。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34A"/>
                </a:solidFill>
                <a:latin typeface="WenQuanYi Micro Hei"/>
                <a:ea typeface="WenQuanYi Micro Hei"/>
                <a:cs typeface="WenQuanYi Micro Hei"/>
              </a:rPr>
              <a:t>此芯科技 AGX Agentic Compute  ·  此芯 P1 SoC  ·  配套下载见文末官方入口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一句话定义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Agentic Box = 面向边缘场景的开箱即用智能体网关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09728" cy="21031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形态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小型机箱 / 算力盒，办公桌下或机柜即插即用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109728" cy="21031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算力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03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此芯 P1：CPU + GPU + NPU，综合约 45 TOPS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20439"/>
            <a:ext cx="109728" cy="21031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本地大模型、私有存储、离线推理、多智能体调度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520439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520439"/>
            <a:ext cx="109728" cy="21031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8404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348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数据默认不出域；执行被沙箱、权限和审计约束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为什么会出现 Agentic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算力重心从「训练更大模型」转向「让智能体在现场把活干完」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27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负载变成持续推理与工具执行，峰值 FLOPS 不如任务能否稳定做完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066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70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金融 / 政务 / 家庭数据不愿意上云，「不出域」是硬约束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776472"/>
            <a:ext cx="502920" cy="502920"/>
          </a:xfrm>
          <a:prstGeom prst="ellipse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496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13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云 Token 成本与延迟不适合柜面、热线、NAS 这类边端闭环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9472"/>
            <a:ext cx="502920" cy="502920"/>
          </a:xfrm>
          <a:prstGeom prst="ellipse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926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56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部署必须降到通电即用，业务人员不会配 CUDA 和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它在 AGX 矩阵里站哪一层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同一颗 P1，按功耗、I/O 和扩展切成五条产品线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52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AGX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25272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可扩展桌面超算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527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70B–150B、RDMA 级联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1284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Agentic Computer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128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AI PC / 迷你主机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1284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个人侧 Token 工厂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11247120" cy="841248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729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Agentic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729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边缘智能体网关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729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4F1"/>
                </a:solidFill>
                <a:latin typeface="WenQuanYi Micro Hei"/>
                <a:ea typeface="WenQuanYi Micro Hei"/>
                <a:cs typeface="WenQuanYi Micro Hei"/>
              </a:rPr>
              <a:t>弱运维、可断网、可放机柜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Agentic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330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Arm 阵列服务器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3308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云手机 / 云渲染高并发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932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Agentic 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932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具身智能主机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09320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CAN / GMSL / 5G 端侧大脑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硬件底座：此芯 P1 Agentic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Agent 要的是 CPU 调度 + 内存装得下上下文，而不只是 TOPS 广告数字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制程 /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6 nm  ·  Armv9.2 12 核（8P+4E）  ·  最高约 3.2 GHz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GPU / NPU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10 核 Immortalis-G720  ·  NPU ≈ 30 TOPS  ·  综合 ≈ 45 TOPS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内存 / I/O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最高 64 GB LPDDR5  ·  ~100 GB/s  ·  PCIe 4.0 可外挂加速卡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Armv9 安全扩展  ·  安全启动  ·  OP-TEE  ·  硬件信任根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5661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软件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348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Linux 6.6 BSP  ·  NeuralONE SDK  ·  Windows / 统信 / 麒麟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5661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模型口径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348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本机约 13B–35B 生产级 Agent；外挂卡可到约 7B–122B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软件栈：盒子里到底跑什么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物理边界 ≠ 策略安全；凭证一旦进沙箱，Prompt 注入仍能滥用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28016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53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Agentic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多智能体调度、MaaS 模型网关、标准化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128016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本地推理与记忆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NeuralONE 下沉 NPU、私有向量库、长上下文驻留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28016" cy="105156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沙箱 / 权限 / 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计划可审、动作可批、过程可查、结果可回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28016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行业运行时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OpenClaw / 天禧 Claw、ROS 2、数字员工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已经能看到的盒子形态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公开新闻配图：单盒主机、桌面超算与个人边缘设备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nisforum-ms-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4747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7947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数字员工单盒  ·  铭凡 MS-R1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ic-agx-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3474720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37947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WAIC  ·  AGX Station 桌面超算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ic-lenovo-min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325880"/>
            <a:ext cx="347472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760" y="37947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WAIC  ·  联想 AI 主机 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行业形态：金融数字员工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一盒六角色，贴合银行柜面与后台风控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8 / 12</a:t>
            </a:r>
          </a:p>
        </p:txBody>
      </p:sp>
      <p:pic>
        <p:nvPicPr>
          <p:cNvPr id="9" name="Picture 8" descr="finance-six-ro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15568"/>
            <a:ext cx="9509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行业形态：政务数字员工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公文审校、材料核验、信访分拣、热线分析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9 / 12</a:t>
            </a:r>
          </a:p>
        </p:txBody>
      </p:sp>
      <p:pic>
        <p:nvPicPr>
          <p:cNvPr id="9" name="Picture 8" descr="gov-six-ro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15568"/>
            <a:ext cx="9509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典型工作流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感知 → 检索 → 规划 → 沙箱执行 → 审计，整条链可以不出网线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1 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89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OCR / 多模态理解证件、发票、上传文件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500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2 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500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本地向量库取出制度与权限内知识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3 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10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把验真、比对、预警、填报拆成工具序列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4 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2702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沙箱调内网 API；密钥走 TEE / 代理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5 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2303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每步写入不可抵赖日志，事后可调取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适合 / 不适合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三问：数据能否出域？有没有人值守运维？峰值是几个会话还是千级 QPS？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32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A6D"/>
                </a:solidFill>
                <a:latin typeface="WenQuanYi Micro Hei"/>
                <a:ea typeface="WenQuanYi Micro Hei"/>
                <a:cs typeface="WenQuanYi Micro Hei"/>
              </a:rPr>
              <a:t>适合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强合规可断网：银行网点、政务大厅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弱运维边缘：门店、产线、家庭 NAS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长驻守：盯盘、热线质检、档案整理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多模态边端：证件核验、4K 预览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3B3B"/>
                </a:solidFill>
                <a:latin typeface="WenQuanYi Micro Hei"/>
                <a:ea typeface="WenQuanYi Micro Hei"/>
                <a:cs typeface="WenQuanYi Micro Hei"/>
              </a:rPr>
              <a:t>不该当唯一算力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70B+ 稠密模型的高并发在线服务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大规模预训练 / 全量 SFT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要弹性拉起成千上万隔离微虚机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那是 GPU 集群 / Kagent / Firecracker 的活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官方资料从哪里下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0"/>
                </a:solidFill>
                <a:latin typeface="WenQuanYi Micro Hei"/>
                <a:ea typeface="WenQuanYi Micro Hei"/>
                <a:cs typeface="WenQuanYi Micro Hei"/>
              </a:rPr>
              <a:t>TRM 体积过大且需注册，本仓库只收录介绍、配图和入口，不搬运芯片手册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AI Fundamentals  ·  Agentic Box 介绍  ·  公开资料整理，规格以厂商口径为准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WenQuanYi Micro Hei"/>
                <a:ea typeface="WenQuanYi Micro Hei"/>
                <a:cs typeface="WenQuanYi Micro Hei"/>
              </a:rPr>
              <a:t>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此芯开发者中心  developer.cixtech.com  — SDK / BSP / NeuralONE / Model 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芯片手册 TRM  需注册审核  — CPU/GPU/NPU/PCIe 等，合计九千余页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AI 开发指南  NeuralONE + NPU Guide  — NPU 驱动、量化、Model 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合作板卡镜像  Radxa Orion O6 / Orange Pi 6 Plus / 铭凡 MS-R1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WenQuanYi Micro Hei"/>
                <a:ea typeface="WenQuanYi Micro Hei"/>
                <a:cs typeface="WenQuanYi Micro Hei"/>
              </a:rPr>
              <a:t>本仓库  01_hardware_architecture/edge/  — 介绍文、配图、本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